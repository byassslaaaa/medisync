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MediSync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CCCCCC"/>
                </a:solidFill>
              </a:rPr>
              <a:t>Sistem Informasi Rumah Sakit Berbasis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Implementasi Komunikasi Microservices
Jaringan Komputer Terapan | Semester Genap 2025/2026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846320"/>
            <a:ext cx="201168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Go + Gin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846320"/>
            <a:ext cx="201168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gRPC (Sync)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4846320"/>
            <a:ext cx="201168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RabbitMQ (Async)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4846320"/>
            <a:ext cx="201168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4846320"/>
            <a:ext cx="201168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Docker Compose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Kelompok: [ISI NAMA ANGGOTA]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91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88888"/>
                </a:solidFill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Latar Belakang &amp; Permasalahan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Sistem informasi RS tradisional bersifat MONOLITIK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Semua fungsi tergabung → Tight Coupling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Satu modul error = seluruh sistem terganggu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Sulit di-scale secara parsial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Solusi: Arsitektur MICROSERVICES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Setiap fungsi bisnis = layanan mandiri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Database terpisah per layanan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Komunikasi via gRPC (sync) + RabbitMQ (async)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91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88888"/>
                </a:solidFill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Tujuan Implementasi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Merancang arsitektur microservices untuk sistem 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Mengimplementasikan komunikasi SINKRON via gRPC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Service A ← CheckPatientRecord() → Service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Mengimplementasikan komunikasi ASINKRON via RabbitMQ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Event patient.registered dikirim setelah pendaftaran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Menjamin Database Isolation antar layanan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Deployment terintegrasi dengan Docker Compose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91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88888"/>
                </a:solidFill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Arsitektur Sistem MediSync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846320" y="1280160"/>
            <a:ext cx="246888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FRONTEND
React + Vite | :3000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743200"/>
            <a:ext cx="2743200" cy="822960"/>
          </a:xfrm>
          <a:prstGeom prst="rect">
            <a:avLst/>
          </a:prstGeom>
          <a:solidFill>
            <a:srgbClr val="E8E8E8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SERVICE A — Pendaftaran
Go + Gin | Port: 4001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743200"/>
            <a:ext cx="3017520" cy="822960"/>
          </a:xfrm>
          <a:prstGeom prst="rect">
            <a:avLst/>
          </a:prstGeom>
          <a:solidFill>
            <a:srgbClr val="DCDCD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SERVICE B — Rekam Medis
Go + Gin + gRPC | :4002/:50052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2743200"/>
            <a:ext cx="2468880" cy="822960"/>
          </a:xfrm>
          <a:prstGeom prst="rect">
            <a:avLst/>
          </a:prstGeom>
          <a:solidFill>
            <a:srgbClr val="CCCCCC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00000"/>
                </a:solidFill>
              </a:rPr>
              <a:t>RabbitMQ
Message Broker | :5672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297680"/>
            <a:ext cx="274320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</a:rPr>
              <a:t>PostgreSQL: db_pendaftaran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4297680"/>
            <a:ext cx="3017520" cy="640080"/>
          </a:xfrm>
          <a:prstGeom prst="rect">
            <a:avLst/>
          </a:prstGeom>
          <a:solidFill>
            <a:srgbClr val="F2F2F2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</a:rPr>
              <a:t>PostgreSQL: db_rekam_medis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1031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</a:rPr>
              <a:t>HTTP REST
POST/GET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</a:rPr>
              <a:t>gRPC (Sync)
CheckPatientRecord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</a:rPr>
              <a:t>Publish
patient.registered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01752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</a:rPr>
              <a:t>Consume
(Async)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</a:rPr>
              <a:t>Database Isolation: Service A ↔ db_pendaftaran saja | Service B ↔ db_rekam_medis saja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91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88888"/>
                </a:solidFill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Alur Data — Pendaftaran Pasien Baru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① User isi form → Frontend kirim POST /api/patients ke Service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② Service A gRPC → CheckPatientRecord(nik) ke Service B [SINKRON]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Service A MENUNGGU respons sebelum lanjut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88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③ Service B query db_rekam_medis → return has_record = true/false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④ Jika sudah ada: Service A return HTTP 409 Conflict (tolak)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⑤ Jika baru: Service A INSERT ke db_pendaftaran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⑥ Service A publish event patient.registered → RabbitMQ [ASINKRON]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Service A TIDAK menunggu Service B → langsung return 201 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⑦ Service B consume event → INSERT draft ke db_rekam_medis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91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88888"/>
                </a:solidFill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Justifikasi Pemilihan Teknologi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Go (Golang) — Backend kedua service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Binary tunggal, performan, goroutine untuk concurrency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gRPC — Komunikasi Sinkron Service A ↔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Contract-first (.proto), payload biner 3-10x lebih kecil dari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Type-safe, latensi rendah, ideal untuk validasi 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RabbitMQ — Komunikasi Asinkron (Event-Driven)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Decoupling total, pesan persisten, mendukung retry via nack+requeue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PostgreSQL — Database per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ACID, UUID via pgcrypto, isolasi sempurna antar domain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Docker Compose — Deployment Terintegrasi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1 perintah, healthcheck, depends_on, restart: on-failure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91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88888"/>
                </a:solidFill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gRPC — Komunikasi Sinkron (Contract-First)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File: proto/medical_record.proto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Mendefinisikan kontrak SEBELUM implementasi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Generate stub otomatis ke Service A dan Service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Service: MedicalRecordService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rpc CheckPatientRecord(PatientRequest) returns (RecordResponse)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11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Message PatientRequest: string nik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Message RecordResponse: bool has_record, string record_id, string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Timeout: 5 detik per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Retry: 10x dengan interval 3 detik saat startup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91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88888"/>
                </a:solidFill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RabbitMQ — Komunikasi Asinkron (Event-Driven)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Exchange: 'hospital' (type: direct, durable: 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Queue: 'patient.queue' (durable: 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Routing Key: 'patient.registered'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Producer (Service A):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Publish setelah INSERT berhasil — di goroutine terpisah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DeliveryMode: Persistent (pesan tidak hilang saat restart)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Consumer (Service B):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09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Consume loop berjalan di goroutine terpisah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ACK setelah INSERT berhasil | NACK+requeue jika gagal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ON CONFLICT (nik) DO NOTHING — idempoten, aman di-retry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91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88888"/>
                </a:solidFill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Deployment — Docker Compose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5 Container dalam 1 network (medisync-net bridge):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postgres:15-alpine      → Port 5432 | healthcheck: pg_isready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rabbitmq:3.12-management → Port 5672, 15672 | healthcheck: 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97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service-b               → Port 4002, 50052  | restart: on-failure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service-a               → Port 4001          | restart: on-failure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frontend (React+Nginx)  → Port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Cara menjalankan: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docker compose up --build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Multi-stage Dockerfile: builder (golang:1.21-alpine) → runner (alpine:3.19)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349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Image final ~5MB, tidak mengandung source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91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Demo &amp; Verifikasi End-to-End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Akses Frontend: http://localhost:3000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Isi form pasien → Submit → Lihat proses 4 tahap di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Verify di Service A log: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→ Mengecek via gRPC | ✓ Simpan DB | ✓ Event dikirim ke MQ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Verify di Service B log: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← Event diterima | ✓ Draft rekam medis dibuat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Uji Duplikasi: daftar NIK yang sama → HTTP 409 Conflict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Uji Rekam Medis: GET http://localhost:4002/api/records/:nik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RabbitMQ UI: http://localhost:15672 → lihat queue &amp; messages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48872" y="91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88888"/>
                </a:solidFill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Kesimpulan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0" y="1097280"/>
            <a:ext cx="12188952" cy="0"/>
          </a:xfrm>
          <a:prstGeom prst="line">
            <a:avLst/>
          </a:prstGeom>
          <a:ln w="12700">
            <a:solidFill>
              <a:srgbClr val="CC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Microservices: Service A &amp; B berjalan independen, database terisolasi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gRPC Sync: Validasi NIK real-time dengan contract-first proto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RabbitMQ Async: Pembuatan rekam medis tidak memblokir pendaftaran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80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Database Isolation: Nol query lintas database dalam seluruh codebase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Docker Compose: 1 perintah untuk jalankan 5 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E1E1E"/>
                </a:solidFill>
              </a:rPr>
              <a:t>▶  Saran Pengembangan: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API Gateway, Autentikasi JWT, Circuit Breaker, Observability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800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</a:rPr>
              <a:t>   • Dead Letter Queue, Service Discovery, gRPC TLS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88888"/>
                </a:solidFill>
              </a:rPr>
              <a:t>MediSync — Implementasi Komunikasi Microservices
Jaringan Komputer Terapan | 2025/2026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Go + gRPC + RabbitMQ + PostgreSQL + 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